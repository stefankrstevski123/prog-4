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Krstevski" userId="f38852fd9197128b" providerId="LiveId" clId="{A7BFE3FF-023F-48BC-A402-CB6BE324F9BF}"/>
    <pc:docChg chg="modSld">
      <pc:chgData name="Stefan Krstevski" userId="f38852fd9197128b" providerId="LiveId" clId="{A7BFE3FF-023F-48BC-A402-CB6BE324F9BF}" dt="2025-11-21T00:03:41.273" v="0" actId="20577"/>
      <pc:docMkLst>
        <pc:docMk/>
      </pc:docMkLst>
      <pc:sldChg chg="modSp mod">
        <pc:chgData name="Stefan Krstevski" userId="f38852fd9197128b" providerId="LiveId" clId="{A7BFE3FF-023F-48BC-A402-CB6BE324F9BF}" dt="2025-11-21T00:03:41.273" v="0" actId="20577"/>
        <pc:sldMkLst>
          <pc:docMk/>
          <pc:sldMk cId="0" sldId="256"/>
        </pc:sldMkLst>
        <pc:spChg chg="mod">
          <ac:chgData name="Stefan Krstevski" userId="f38852fd9197128b" providerId="LiveId" clId="{A7BFE3FF-023F-48BC-A402-CB6BE324F9BF}" dt="2025-11-21T00:03:41.273" v="0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133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409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81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555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945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21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192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846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2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84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044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Push-Relabel Алгоритам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Изработил</a:t>
            </a:r>
            <a:r>
              <a:rPr dirty="0"/>
              <a:t>: </a:t>
            </a:r>
            <a:r>
              <a:rPr lang="mk-MK" dirty="0"/>
              <a:t>Стефан Крстевски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Што е Push-Relabel?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Алгоритам за наоѓање максимален проток во мрежа</a:t>
            </a:r>
          </a:p>
          <a:p>
            <a:r>
              <a:t>• Користи концепти: висина (label) и остаток (excess)</a:t>
            </a:r>
          </a:p>
          <a:p>
            <a:r>
              <a:t>• Наместо класични патеки, работи со локални операции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Основни Концепти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Висина (height): Приближна оддалеченост до извор</a:t>
            </a:r>
          </a:p>
          <a:p>
            <a:r>
              <a:t>• Остаток (excess): Колку проток моментално има вишок кај јазол</a:t>
            </a:r>
          </a:p>
          <a:p>
            <a:r>
              <a:t>• Остаточна мрежа: Покажува колку уште може да тече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Push Операција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Преместува проток од јазол u кон v</a:t>
            </a:r>
          </a:p>
          <a:p>
            <a:r>
              <a:t>• Услов: height[u] = height[v] + 1</a:t>
            </a:r>
          </a:p>
          <a:p>
            <a:r>
              <a:t>• Количина: min(excess[u], cap(u,v) – flow(u,v))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Relabel Операција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Ако не може push, го зголемува height[u]</a:t>
            </a:r>
          </a:p>
          <a:p>
            <a:r>
              <a:t>• Новата висина е 1 + минималната висина од соседите со преостанат капацитет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Активни Јазли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Јазол е активен ако има excess &gt; 0</a:t>
            </a:r>
          </a:p>
          <a:p>
            <a:r>
              <a:t>• Алгоритмот работи додека има активни јазли</a:t>
            </a:r>
          </a:p>
          <a:p>
            <a:r>
              <a:t>• Користи редица за одржување на активните точки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Комплексност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Времеска сложеност: O(V^2 * E)</a:t>
            </a:r>
          </a:p>
          <a:p>
            <a:r>
              <a:t>• Практично многу брз за густи графови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Апликации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Дистрибуција на ресурси</a:t>
            </a:r>
          </a:p>
          <a:p>
            <a:r>
              <a:t>• Мрежни текови</a:t>
            </a:r>
          </a:p>
          <a:p>
            <a:r>
              <a:t>• Оптимизација и моделирање задачи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Заклучок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Push-Relabel е ефикасен и модерен пристап</a:t>
            </a:r>
          </a:p>
          <a:p>
            <a:r>
              <a:t>• Користи локални операции наместо класични патеки</a:t>
            </a:r>
          </a:p>
          <a:p>
            <a:r>
              <a:t>• Еден од најбрзите алгоритми за максимален проток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</TotalTime>
  <Words>228</Words>
  <Application>Microsoft Office PowerPoint</Application>
  <PresentationFormat>On-screen Show (4:3)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Corbel</vt:lpstr>
      <vt:lpstr>Gill Sans MT</vt:lpstr>
      <vt:lpstr>Parcel</vt:lpstr>
      <vt:lpstr>Push-Relabel Алгоритам</vt:lpstr>
      <vt:lpstr>Што е Push-Relabel?</vt:lpstr>
      <vt:lpstr>Основни Концепти</vt:lpstr>
      <vt:lpstr>Push Операција</vt:lpstr>
      <vt:lpstr>Relabel Операција</vt:lpstr>
      <vt:lpstr>Активни Јазли</vt:lpstr>
      <vt:lpstr>Комплексност</vt:lpstr>
      <vt:lpstr>Апликации</vt:lpstr>
      <vt:lpstr>Заклучок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Push-Relabel Алгоритам</dc:title>
  <dc:subject/>
  <dc:creator>Stefan Krstevski</dc:creator>
  <cp:keywords/>
  <dc:description>generated using python-pptx</dc:description>
  <cp:lastModifiedBy>Stefan Krstevski</cp:lastModifiedBy>
  <cp:revision>2</cp:revision>
  <dcterms:created xsi:type="dcterms:W3CDTF">2013-01-27T09:14:16Z</dcterms:created>
  <dcterms:modified xsi:type="dcterms:W3CDTF">2025-11-21T00:03:42Z</dcterms:modified>
  <cp:category/>
</cp:coreProperties>
</file>